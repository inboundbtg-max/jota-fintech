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Planejamento Estratégico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66CC"/>
                </a:solidFill>
              </a:defRPr>
            </a:pPr>
            <a:r>
              <a:t>Proposta de Estratégia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Data: 25 de May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Briefing do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Cliente: E-commerce de Roupas (Moda Feminina)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Objetivo: Aumentar vendas em 40% nos próximos 6 meses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Orçamento: R$ 50.000/mês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Público-alvo: Mulheres 25-40 anos, classe média-alta, urbanas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Desafio principal: Competição com grandes players (Shein, Renner, etc)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Pontos fortes: Produtos sustentáveis, design exclusivo, atendimento personalizado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Análise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Resumo executivo: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Assagiando os produtos de mercado para identificar as principais e fatores da competição. Conheço o problema que acompanhará esta proposta como um ESPECIALISTA IN PLANEJMENTO ESSTRATÉGICO 15 anos de experiência.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Inteligencia Insight Principais: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- Nosso objetivo é aumentar as vendas em 40% nos próximos 6 meses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- O público-alvo é mulheres 25-40 anos, classe média-altura, urbanas e com grande desafio competitivo (por exemplo, Shein, Renner, etc)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- É possível identificar os principais fatores da competição para acompanhar esta proposta como um ESPECIALISTA IN PLANEJMENTO ESSTRATÉGICO 15 anos de experiência.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Recomendações: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- Analise do mercado: Utilize avalições de mercado e dao dos sobre o mercado para identificar os principais fatores da competição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- Próximo passos: Mapeie as soluções a serem implementadas neste programa, como aumentar as vendas nos próximos 6 meses e adotando atividades de marketing digitais.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Proximos pasos: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1) Conheça os principais fatores da competição para identificar o objetivo desejável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2) Mapeie soluções a serem implementadas neste programa, como aumentar as vendas nos próximos 6 meses e adotando atividades de marketing digitais.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3) Establish a plan de estratégia consistentemente fundado sobre os seguinte tema: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- Analise do mercado: Utilize avalições de mercado e dao dos sobre o mercado para identificar os principais fatores da competição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- Próximo passos: Mapeie as soluções a serem implementadas neste programa, como aumentar as vendas nos próximos 6 meses e adotando atividades de marketing digitais.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4) Regularmente monitora o progresso do programa para que seja possível continuar a manter os objetivos desejáveis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- Plano de Estratégia: Construir um plano estratégico consistentemente fundado sobre os seguinte temas: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- Analise do mercado: Utilize avalições de mercado e dao dos sobre o mercado para identificar os principais fatores da competição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- Proximo passos: Mapeie as soluções a serem implementadas neste programa, como aumentar as vendas nos próximos 6 meses e adotando atividades de marketing digitais.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5) Consequências acionáveis: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Conheça o impacto esperado para cada uma das abordagens apresentadas na proposta. Efetuem um monitoramento regular do progresso, se a meta ainda estiver em execução, para que possamos considerar ajustes necessários para continuar atingindo nossos objetivos desejáveis.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Validação da estratégia com stakeholders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Desenvolvimento do plano detalhado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Implementação das ações recomendadas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Monitoramento e otimização contínua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404040"/>
                </a:solidFill>
              </a:defRPr>
            </a:pPr>
            <a:r>
              <a:t>• Relatórios periódicos de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